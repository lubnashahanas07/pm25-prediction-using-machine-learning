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4" r:id="rId2"/>
    <p:sldId id="312" r:id="rId3"/>
    <p:sldId id="306" r:id="rId4"/>
    <p:sldId id="307" r:id="rId5"/>
    <p:sldId id="308" r:id="rId6"/>
    <p:sldId id="311" r:id="rId7"/>
    <p:sldId id="310" r:id="rId8"/>
    <p:sldId id="313" r:id="rId9"/>
    <p:sldId id="291" r:id="rId10"/>
    <p:sldId id="292" r:id="rId11"/>
    <p:sldId id="294" r:id="rId12"/>
    <p:sldId id="295" r:id="rId13"/>
    <p:sldId id="296" r:id="rId14"/>
    <p:sldId id="297" r:id="rId15"/>
    <p:sldId id="298" r:id="rId16"/>
    <p:sldId id="314" r:id="rId17"/>
    <p:sldId id="302" r:id="rId18"/>
    <p:sldId id="300" r:id="rId19"/>
    <p:sldId id="301" r:id="rId20"/>
    <p:sldId id="30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72" d="100"/>
          <a:sy n="72" d="100"/>
        </p:scale>
        <p:origin x="6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3314B-6712-4D29-8B96-C41967D25C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ED1E5F-F3D8-4B02-B363-AC10FBEC50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9CB33-DEA3-4611-B7A5-6FD2F6B9A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60666-9807-49E6-A98F-B350F25BA116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88611-AECA-40CC-9FDC-F1DF0D891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2B4D1-61DC-4144-AD89-C9E277AF1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A0CC4-6499-4C1E-B672-F26422DE3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00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755CB-497C-4871-9057-887745E0A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1038B-9C54-4BF5-B6ED-B69032CDB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E48D0-D014-4472-A887-68AE7A1C7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60666-9807-49E6-A98F-B350F25BA116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D6102-976A-4B6E-A2AD-302242756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62EA5-09D8-41DF-B409-E120511E8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A0CC4-6499-4C1E-B672-F26422DE3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058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CB104-6316-4222-8435-43E423EF5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AA8DA3-F4B8-48B4-BE5C-25988FAE3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EDBC7-9D81-4452-8166-4FAE9946F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60666-9807-49E6-A98F-B350F25BA116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A949B-08C3-4D44-A734-DE2F4338B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03723-F345-405D-9AC8-87FDBFBE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A0CC4-6499-4C1E-B672-F26422DE3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0964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CDFE2-B768-4978-8C3A-CCD56A13D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61A6D-4883-4C45-9B31-5968E6DC6E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F411EC-C068-4238-90C2-EE413E87A7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461437-E2D6-47A2-B6DA-56DEAFFA0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60666-9807-49E6-A98F-B350F25BA116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D2F094-9445-4CA3-B81A-1671DBC39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9F2D63-7D6C-404E-8071-6C6B63554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A0CC4-6499-4C1E-B672-F26422DE3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198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93AF1-4F30-49BF-875F-347104640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0AC465-468C-4E0A-8088-CC8BBE161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D76BCB-DF91-48A9-BBF2-83B00CBA6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6E2983-DCE7-4E69-8637-268F8DFCF5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D0D4B6-EF0D-4890-8C8E-DB73A30D9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4C1C55-96FC-497D-AA28-70A177246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60666-9807-49E6-A98F-B350F25BA116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EBC64C-ABD9-4BF8-8C9D-D1CAED0BD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8C6B6B-3100-49BB-ADF0-125C01082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A0CC4-6499-4C1E-B672-F26422DE3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6805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752F8-8FA5-456B-A61E-42A68EF18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5CDBA8-20DE-4F52-BFA7-812948E29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60666-9807-49E6-A98F-B350F25BA116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080D88-A76F-439B-82DD-89F7BA638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6BA99D-D29D-4A75-A113-DEF2B6705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A0CC4-6499-4C1E-B672-F26422DE3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504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E43F9E-A578-40AF-89AF-C1C9DBD80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60666-9807-49E6-A98F-B350F25BA116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1E81F2-9EF9-49A6-802E-E13443A86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534C8-A4F4-44BF-AC33-0DFC50805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A0CC4-6499-4C1E-B672-F26422DE3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552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F07FC-3F92-4A05-95CA-7A07AF98D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9C97C-C73C-463F-B1EC-C44FF29C8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90B21F-7834-4472-914D-9243E1A514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EC2051-F1EE-4117-86D4-67993A971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60666-9807-49E6-A98F-B350F25BA116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505C9E-CAC7-4CB7-B950-574749706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B974A6-B7C2-4BA1-B217-803C223FF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A0CC4-6499-4C1E-B672-F26422DE3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753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0A1BB-E0DC-41C6-B5A3-9BBA33DC7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04B621-F176-4E8A-A2C8-29FD5256CA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C27BCA-999B-4EF4-8508-7BC7073EE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197A8B-78E9-4692-A18A-557AA39E9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60666-9807-49E6-A98F-B350F25BA116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59EE9E-33B2-4F86-82C0-FF4EAAFAD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9AEF5-6FD4-413D-8442-AADB1711F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A0CC4-6499-4C1E-B672-F26422DE3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014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B1939-B175-4C25-84F0-E5FE9F8E9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01498C-283D-49D6-AD66-7D044C6475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2E026-DEF5-4D5C-9225-47D2169E9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60666-9807-49E6-A98F-B350F25BA116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A1E81-ACD1-4F89-B222-633F13183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8F98B-1269-428E-B53C-EACE3836A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A0CC4-6499-4C1E-B672-F26422DE3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95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358F3F-A652-441E-89E2-841ACDC566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13EACA-2E30-41D4-A251-8822A650B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F7179-C64A-40D1-9CBA-E1D21BA10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60666-9807-49E6-A98F-B350F25BA116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3A8F0-D6B6-42AF-B539-2D351E431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DA955-CA44-4E65-BC5A-D87E985CC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A0CC4-6499-4C1E-B672-F26422DE3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0220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3D2768-670F-4A4B-AB1D-9EE457418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C7BD1A-3F0F-4D60-BC18-85556DB75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BC3BD6-EE4C-47BB-B46D-24EC49C13D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260666-9807-49E6-A98F-B350F25BA116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B467D-1CAD-4D51-9B5F-0526E83B81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41E41-53AB-4A6E-A511-1EC4B6239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DA0CC4-6499-4C1E-B672-F26422DE3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532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C7268E-2CD2-44E4-80DC-F3B5F4B90A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472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D60A1D-DA70-4D04-846E-30448EA42B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269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50B4B2-6B7F-4147-A86A-4803C8CE2B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785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0569DD-F8F4-403B-91C0-39809CA56A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443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44AF62-93F3-49DE-BB41-ACA482895A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654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D39EDC-E47D-4B9E-A187-16D66D8428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554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4682CA-8390-4409-AA12-C02CC3B1E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745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C6068A-D05E-4A2C-BF3F-33CD8476E4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199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614C35-CBE9-428B-BC78-B76C97F2B1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725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ACCD9B-E22C-4212-AA34-D367E212B3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372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3A5E0E-69E2-41C8-915B-EE49263DD5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814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810063-85BD-4072-A2E8-6D6E8387F6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758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18CEAA-30AB-4E95-9044-41F5651E86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9290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47B4D6-AD05-4FE3-BF16-DC6027727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017"/>
            <a:ext cx="12192000" cy="637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3862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7B9C81-5929-4276-BAF1-CD06F1B3DC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49992"/>
            <a:ext cx="11488766" cy="6469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4145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CED264-3579-4881-B788-0AD48620B5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8146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EDFD91-6996-4B4A-8957-7A82EDACB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401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3F0E31-4AF9-4A38-8F8B-2761341F55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072" y="0"/>
            <a:ext cx="114854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1760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D1B84D-0276-4757-BEA4-AE1713E59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18" y="0"/>
            <a:ext cx="118040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8607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D704F5-635D-410A-86B2-FD1376F30A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924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5244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107</cp:revision>
  <dcterms:created xsi:type="dcterms:W3CDTF">2026-09-05T09:19:14Z</dcterms:created>
  <dcterms:modified xsi:type="dcterms:W3CDTF">2026-09-18T08:23:44Z</dcterms:modified>
</cp:coreProperties>
</file>