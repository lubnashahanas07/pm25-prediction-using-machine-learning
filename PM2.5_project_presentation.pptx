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4" r:id="rId2"/>
    <p:sldId id="305" r:id="rId3"/>
    <p:sldId id="306" r:id="rId4"/>
    <p:sldId id="307" r:id="rId5"/>
    <p:sldId id="308" r:id="rId6"/>
    <p:sldId id="288" r:id="rId7"/>
    <p:sldId id="291" r:id="rId8"/>
    <p:sldId id="292" r:id="rId9"/>
    <p:sldId id="294" r:id="rId10"/>
    <p:sldId id="295" r:id="rId11"/>
    <p:sldId id="296" r:id="rId12"/>
    <p:sldId id="297" r:id="rId13"/>
    <p:sldId id="298" r:id="rId14"/>
    <p:sldId id="299" r:id="rId15"/>
    <p:sldId id="302" r:id="rId16"/>
    <p:sldId id="300" r:id="rId17"/>
    <p:sldId id="301" r:id="rId18"/>
    <p:sldId id="303" r:id="rId19"/>
    <p:sldId id="261" r:id="rId20"/>
    <p:sldId id="262" r:id="rId21"/>
    <p:sldId id="26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44" autoAdjust="0"/>
    <p:restoredTop sz="94660"/>
  </p:normalViewPr>
  <p:slideViewPr>
    <p:cSldViewPr snapToGrid="0">
      <p:cViewPr varScale="1">
        <p:scale>
          <a:sx n="69" d="100"/>
          <a:sy n="6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3314B-6712-4D29-8B96-C41967D25C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ED1E5F-F3D8-4B02-B363-AC10FBEC50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9CB33-DEA3-4611-B7A5-6FD2F6B9A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88611-AECA-40CC-9FDC-F1DF0D891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2B4D1-61DC-4144-AD89-C9E277AF1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0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755CB-497C-4871-9057-887745E0A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1038B-9C54-4BF5-B6ED-B69032CDB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E48D0-D014-4472-A887-68AE7A1C7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D6102-976A-4B6E-A2AD-302242756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2EA5-09D8-41DF-B409-E120511E8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058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CB104-6316-4222-8435-43E423EF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A8DA3-F4B8-48B4-BE5C-25988FAE3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EDBC7-9D81-4452-8166-4FAE9946F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A949B-08C3-4D44-A734-DE2F4338B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D03723-F345-405D-9AC8-87FDBFBE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0964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DFE2-B768-4978-8C3A-CCD56A13D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61A6D-4883-4C45-9B31-5968E6DC6E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F411EC-C068-4238-90C2-EE413E87A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61437-E2D6-47A2-B6DA-56DEAFFA0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D2F094-9445-4CA3-B81A-1671DBC39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9F2D63-7D6C-404E-8071-6C6B63554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4198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93AF1-4F30-49BF-875F-347104640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0AC465-468C-4E0A-8088-CC8BBE161C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76BCB-DF91-48A9-BBF2-83B00CBA60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6E2983-DCE7-4E69-8637-268F8DFCF5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D0D4B6-EF0D-4890-8C8E-DB73A30D9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4C1C55-96FC-497D-AA28-70A177246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EBC64C-ABD9-4BF8-8C9D-D1CAED0BD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8C6B6B-3100-49BB-ADF0-125C01082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6805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752F8-8FA5-456B-A61E-42A68EF18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5CDBA8-20DE-4F52-BFA7-812948E29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080D88-A76F-439B-82DD-89F7BA638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6BA99D-D29D-4A75-A113-DEF2B6705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8504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E43F9E-A578-40AF-89AF-C1C9DBD80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1E81F2-9EF9-49A6-802E-E13443A86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534C8-A4F4-44BF-AC33-0DFC50805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1552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F07FC-3F92-4A05-95CA-7A07AF98D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C97C-C73C-463F-B1EC-C44FF29C8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90B21F-7834-4472-914D-9243E1A514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C2051-F1EE-4117-86D4-67993A97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505C9E-CAC7-4CB7-B950-574749706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B974A6-B7C2-4BA1-B217-803C223FF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9753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0A1BB-E0DC-41C6-B5A3-9BBA33DC7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04B621-F176-4E8A-A2C8-29FD5256CA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C27BCA-999B-4EF4-8508-7BC7073EEB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197A8B-78E9-4692-A18A-557AA39E9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59EE9E-33B2-4F86-82C0-FF4EAAFAD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9AEF5-6FD4-413D-8442-AADB1711F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8014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B1939-B175-4C25-84F0-E5FE9F8E9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01498C-283D-49D6-AD66-7D044C6475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E2E026-DEF5-4D5C-9225-47D2169E9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A1E81-ACD1-4F89-B222-633F13183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8F98B-1269-428E-B53C-EACE3836A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795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358F3F-A652-441E-89E2-841ACDC566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13EACA-2E30-41D4-A251-8822A650B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F7179-C64A-40D1-9CBA-E1D21BA10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3A8F0-D6B6-42AF-B539-2D351E431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DA955-CA44-4E65-BC5A-D87E985CC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022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3D2768-670F-4A4B-AB1D-9EE457418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BD1A-3F0F-4D60-BC18-85556DB75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C3BD6-EE4C-47BB-B46D-24EC49C13D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260666-9807-49E6-A98F-B350F25BA116}" type="datetimeFigureOut">
              <a:rPr lang="en-IN" smtClean="0"/>
              <a:t>17-09-2026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B467D-1CAD-4D51-9B5F-0526E83B81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41E41-53AB-4A6E-A511-1EC4B6239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DA0CC4-6499-4C1E-B672-F26422DE3A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5532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C7268E-2CD2-44E4-80DC-F3B5F4B90A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472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5FA3A4-2EA5-4011-9759-5A5133966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488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50B4B2-6B7F-4147-A86A-4803C8CE2B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785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0569DD-F8F4-403B-91C0-39809CA56A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443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44AF62-93F3-49DE-BB41-ACA482895A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54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AF2AB5-3F6D-4C9C-A1F0-34B8622575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550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14C35-CBE9-428B-BC78-B76C97F2B1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25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ACCD9B-E22C-4212-AA34-D367E212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372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3A5E0E-69E2-41C8-915B-EE49263DD5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8144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810063-85BD-4072-A2E8-6D6E8387F6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9EE5CF-942A-45D3-8999-CD4B3DF62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9290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47B4D6-AD05-4FE3-BF16-DC6027727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386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7B9C81-5929-4276-BAF1-CD06F1B3DC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49992"/>
            <a:ext cx="11488766" cy="6469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414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A8D4B7-4C8E-48C6-A23F-F56B3D6B4F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406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EDFD91-6996-4B4A-8957-7A82EDACB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40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3F0E31-4AF9-4A38-8F8B-2761341F55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072" y="0"/>
            <a:ext cx="1148541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1760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D1B84D-0276-4757-BEA4-AE1713E59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818" y="0"/>
            <a:ext cx="118040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8607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D704F5-635D-410A-86B2-FD1376F30A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9243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5FB4C9-3301-4F1B-ADE2-46D72D1A9B13}"/>
              </a:ext>
            </a:extLst>
          </p:cNvPr>
          <p:cNvSpPr/>
          <p:nvPr/>
        </p:nvSpPr>
        <p:spPr>
          <a:xfrm>
            <a:off x="3048000" y="212035"/>
            <a:ext cx="6414052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0" i="0" dirty="0">
                <a:effectLst/>
                <a:latin typeface="Consolas" panose="020B0609020204030204" pitchFamily="49" charset="0"/>
              </a:rPr>
              <a:t>co Carbon monoxide mass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aermr04 Dust Aerosol (0.03 - 0.55 um)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aermr05 Dust Aerosol (0.55 - 0.9 um)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aermr06 Dust Aerosol (0.9 - 20 um) Mixing Ratio aermr09 Hydrophilic Black Carbon Aerosol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aermr07 Hydrophilic Organic Matter Aerosol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aermr10 Hydrophobic Black Carbon Aerosol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aermr08 Hydrophobic Organic Matter Aerosol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no2 Nitrogen dioxide mass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no Nitrogen monoxide mass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go3 Ozone mass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q Specific humidity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so2 Sulphur dioxide mass mixing ratio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t Temperature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29821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158527-380B-4944-BCB4-C5E78791C39A}"/>
              </a:ext>
            </a:extLst>
          </p:cNvPr>
          <p:cNvSpPr/>
          <p:nvPr/>
        </p:nvSpPr>
        <p:spPr>
          <a:xfrm>
            <a:off x="3048000" y="994058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b="0" i="0" dirty="0">
                <a:effectLst/>
                <a:latin typeface="Consolas" panose="020B0609020204030204" pitchFamily="49" charset="0"/>
              </a:rPr>
              <a:t>co kg kg**-1 aermr04 kg kg**-1 aermr05 kg kg**-1 aermr06 kg kg**-1 aermr09 kg kg**-1 aermr07 kg kg**-1 aermr10 kg kg**-1 aermr08 kg kg**-1 no2 kg kg**-1 no kg kg**-1 go3 kg kg**-1 q kg kg**-1 so2 kg kg**-1 t K</a:t>
            </a:r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ADEAD3-87F0-4824-97E7-C04C137DF18D}"/>
              </a:ext>
            </a:extLst>
          </p:cNvPr>
          <p:cNvSpPr/>
          <p:nvPr/>
        </p:nvSpPr>
        <p:spPr>
          <a:xfrm>
            <a:off x="2663687" y="2901075"/>
            <a:ext cx="60960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0" i="0" dirty="0">
                <a:effectLst/>
                <a:latin typeface="Consolas" panose="020B0609020204030204" pitchFamily="49" charset="0"/>
              </a:rPr>
              <a:t>'time’,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 'number’,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'step’,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'surface’,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'latitude’,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'longitude’,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'</a:t>
            </a:r>
            <a:r>
              <a:rPr lang="en-IN" b="0" i="0" dirty="0" err="1">
                <a:effectLst/>
                <a:latin typeface="Consolas" panose="020B0609020204030204" pitchFamily="49" charset="0"/>
              </a:rPr>
              <a:t>valid_time</a:t>
            </a:r>
            <a:r>
              <a:rPr lang="en-IN" b="0" i="0" dirty="0">
                <a:effectLst/>
                <a:latin typeface="Consolas" panose="020B0609020204030204" pitchFamily="49" charset="0"/>
              </a:rPr>
              <a:t>’,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'u10’,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'v10’,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'd2m’, 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't2m’,</a:t>
            </a:r>
          </a:p>
          <a:p>
            <a:r>
              <a:rPr lang="en-IN" b="0" i="0" dirty="0">
                <a:effectLst/>
                <a:latin typeface="Consolas" panose="020B0609020204030204" pitchFamily="49" charset="0"/>
              </a:rPr>
              <a:t> '</a:t>
            </a:r>
            <a:r>
              <a:rPr lang="en-IN" b="0" i="0" dirty="0" err="1">
                <a:effectLst/>
                <a:latin typeface="Consolas" panose="020B0609020204030204" pitchFamily="49" charset="0"/>
              </a:rPr>
              <a:t>sp</a:t>
            </a:r>
            <a:r>
              <a:rPr lang="en-IN" b="0" i="0" dirty="0">
                <a:effectLst/>
                <a:latin typeface="Consolas" panose="020B0609020204030204" pitchFamily="49" charset="0"/>
              </a:rPr>
              <a:t>'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27450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093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4872</TotalTime>
  <Words>190</Words>
  <Application>Microsoft Office PowerPoint</Application>
  <PresentationFormat>Widescreen</PresentationFormat>
  <Paragraphs>26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96</cp:revision>
  <dcterms:created xsi:type="dcterms:W3CDTF">2026-09-05T09:19:14Z</dcterms:created>
  <dcterms:modified xsi:type="dcterms:W3CDTF">2026-09-17T10:52:43Z</dcterms:modified>
</cp:coreProperties>
</file>